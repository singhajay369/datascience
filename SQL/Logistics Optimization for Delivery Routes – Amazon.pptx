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15DBD-5713-49F8-927C-D6C6F235FD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EBE7E5-A01A-4C0E-91CC-C082590160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35B9C-1E06-4557-A3B4-4AE0E7B91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B26C-1188-498B-942C-2EC3900E321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952AB-2F4D-4915-9F10-9F0E9C54D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54603-3B4F-400D-827D-E4E49DA36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373C0-4FC0-47D7-ADDB-5EA35FDA6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956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93D95-5B9C-458C-BE75-0CB86C13D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AB01B-1753-49C7-A63F-65AB78DD0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49EBE-1AE5-43E1-8CAF-1906BC27F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B26C-1188-498B-942C-2EC3900E321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A5D04-ECF4-4090-8CDD-C98EB8132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34EA6-C3DD-432C-9D40-1A2DB918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373C0-4FC0-47D7-ADDB-5EA35FDA6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134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5F4E2-9EA4-4DF4-A0F2-B15A604A7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D7B65-3536-420F-B42A-D5EFA440D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CE151-AC34-4FBA-A37C-C259044DF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B26C-1188-498B-942C-2EC3900E321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8BEC5-F019-46FF-8EAC-44B615C81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63548-4148-42AD-B2B1-0BF5B43A8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373C0-4FC0-47D7-ADDB-5EA35FDA6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429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E97F6-B7C0-4D30-95B0-A06F31610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ADFF6-E606-4818-A103-A4B3DB940A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64EAA2-9144-4BB7-AA30-54FA8177D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AD2EE5-225E-4D23-965B-F04596409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B26C-1188-498B-942C-2EC3900E321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C7357-8F9E-4925-AAC4-6961F0841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DCC6B-8491-4C82-9038-F95888074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373C0-4FC0-47D7-ADDB-5EA35FDA6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949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FED6-1DCA-4BE0-AE6A-A183556B9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06CC3-CEDF-439C-9326-8B7195314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3A7A8-8EED-4AAA-A587-01D63BAB7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CB8193-36B9-4AF5-97D3-AC414B409B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C48A95-D171-45FD-AADF-868768B684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C3FD80-2C58-4DCC-956E-6D6EA039D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B26C-1188-498B-942C-2EC3900E321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7840F8-0489-4019-9745-77BC7C8FA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65600F-7AB5-4CB0-895C-5B8D61116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373C0-4FC0-47D7-ADDB-5EA35FDA6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695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423F2-EDA2-40B9-9023-1BAA9D91A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4A88E2-58E6-4D9B-BDD0-89B25D170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B26C-1188-498B-942C-2EC3900E321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45A971-02DA-405F-8779-E6D5D5B32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AC10D0-A2F3-4B7D-980C-561456DBA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373C0-4FC0-47D7-ADDB-5EA35FDA6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874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D0499B-7725-44C0-BB48-742B8F7C1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B26C-1188-498B-942C-2EC3900E321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72FF5F-E516-45D1-9E26-2920C3098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3813A-2DCE-441D-B5E1-910898CE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373C0-4FC0-47D7-ADDB-5EA35FDA6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830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06924-CC99-42A1-B121-FAE21BD8A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C96A2-7D47-46DF-9F7A-25460A9AE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744B2-F3E9-4802-80C7-B341E3A58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57292-5629-4705-827F-236FBAC77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B26C-1188-498B-942C-2EC3900E321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12A73C-37CF-4F35-90AD-9C8DC71A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88DA2-FE14-4CCB-A288-F36A3228F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373C0-4FC0-47D7-ADDB-5EA35FDA6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980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10EEE-428E-4AFE-90B1-A386A4A96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CBD124-8025-46A4-B7EA-49D37DCEF6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2D8BC1-B84A-4964-ADF2-3EEC0CE7C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49115-260E-4821-AD80-6A01F1B4C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B26C-1188-498B-942C-2EC3900E321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DB3B7-16C3-4698-A328-5BC0E8DC2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0AFC3-F889-45F5-9F54-BFD5656DD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373C0-4FC0-47D7-ADDB-5EA35FDA6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823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3C3AB-08EF-4320-80C4-689504E27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357D9D-FE70-4DC9-B166-C37811545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C0EE9-9A6D-4FD5-A4F9-A2D3C49BE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B26C-1188-498B-942C-2EC3900E321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EC0F0-81A0-4D56-8AA2-3AC693C50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2146F-F81F-4EFD-8B76-70651C7CE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373C0-4FC0-47D7-ADDB-5EA35FDA6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532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689460-F3C4-4205-8E65-13B886C302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B4C562-C03C-4DDA-90D7-8B46346F2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AB95A-F105-49C9-BFCE-4A3344B6A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B26C-1188-498B-942C-2EC3900E321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233B2-0334-4E4B-BA45-2D33226E3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EEAE0-DDF3-4456-84DB-3976FC468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373C0-4FC0-47D7-ADDB-5EA35FDA6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739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625689-2330-455B-A067-EA9124E89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D864-6D5B-4C41-A63C-5F370E523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922C2-9934-4CCB-9334-7C26FE6BAC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2B26C-1188-498B-942C-2EC3900E321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15F2A-F4C7-4D4C-A51D-7CC247FD2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61F12-19DB-4EBC-9E98-2F5D2FDFE7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373C0-4FC0-47D7-ADDB-5EA35FDA6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172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573F-CD37-4DC2-9A39-A5D36A6790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Logistics Optimization for Delivery Routes – Amazon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F0E859-4AD9-4D93-94DE-BC3485951B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SQL Analytics Project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14515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5BA44-971A-4D55-B0E0-2EB810FEB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 – Data Cleaning &amp; Preparation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64B02-0B2E-4020-85A1-6162ACC05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200" dirty="0"/>
              <a:t>Sub-Task 1: Remove Duplicate Order_IDs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600" b="1" dirty="0"/>
              <a:t>SQL Query</a:t>
            </a:r>
            <a:r>
              <a:rPr lang="en-IN" sz="2600" dirty="0"/>
              <a:t>:</a:t>
            </a:r>
            <a:r>
              <a:rPr lang="en-US" sz="2600" dirty="0"/>
              <a:t>       </a:t>
            </a:r>
            <a:r>
              <a:rPr lang="en-US" sz="1900" dirty="0"/>
              <a:t>SELECT Order_ID, COUNT(*) AS count                                                                               	                            	                           FROM orders                                                                                                                        	                           	                          GROUP BY Order_ID                                                                                                          	                           	                          HAVING COUNT(*) &gt; 1;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600" b="1" dirty="0"/>
              <a:t>Result Table</a:t>
            </a:r>
            <a:r>
              <a:rPr lang="en-IN" sz="2600" dirty="0"/>
              <a:t>:  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IN" sz="2600" b="1" dirty="0"/>
              <a:t>Insights</a:t>
            </a:r>
            <a:r>
              <a:rPr lang="en-IN" b="1" dirty="0"/>
              <a:t> </a:t>
            </a:r>
            <a:r>
              <a:rPr lang="en-IN" sz="2400" dirty="0"/>
              <a:t>: </a:t>
            </a:r>
            <a:r>
              <a:rPr lang="en-US" sz="2400" dirty="0"/>
              <a:t>No duplicate Order_IDs found — data is clean.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200" dirty="0"/>
              <a:t>Sub-Task 2: Replace Null Traffic_Delay_Min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600" b="1" dirty="0"/>
              <a:t>SQL Query</a:t>
            </a:r>
            <a:r>
              <a:rPr lang="en-IN" sz="2600" dirty="0"/>
              <a:t>:       </a:t>
            </a:r>
            <a:r>
              <a:rPr lang="en-US" sz="1900" dirty="0"/>
              <a:t>SELECT count(*) as null_count                                                            	                         	                         	                        from  routeswhere                                                                	     	                    	                          	                        Traffic_Delay_Min is null;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400" b="1" dirty="0"/>
              <a:t>Result Table</a:t>
            </a:r>
            <a:r>
              <a:rPr lang="en-IN" sz="2400" dirty="0"/>
              <a:t>: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2400" dirty="0"/>
              <a:t> </a:t>
            </a:r>
            <a:r>
              <a:rPr lang="en-IN" sz="2400" b="1" dirty="0"/>
              <a:t>Insights :</a:t>
            </a:r>
            <a:r>
              <a:rPr lang="en-IN" sz="2400" dirty="0"/>
              <a:t> </a:t>
            </a:r>
            <a:r>
              <a:rPr lang="en-IN" sz="1900" dirty="0"/>
              <a:t>No null value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IN" sz="2400" dirty="0"/>
          </a:p>
          <a:p>
            <a:pPr marL="0" indent="0">
              <a:lnSpc>
                <a:spcPct val="100000"/>
              </a:lnSpc>
              <a:buNone/>
            </a:pPr>
            <a:endParaRPr lang="en-IN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2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2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AFDC2A-C06A-483C-9295-C8C06C830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423" y="3059952"/>
            <a:ext cx="4639322" cy="5369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BAB38B-086E-4648-A248-188E12C49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3712" y="5192729"/>
            <a:ext cx="4715533" cy="57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874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2222B-88B7-41AA-B4D9-9765FB229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 – Data Cleaning &amp; Preparation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6355B-C0B2-4EE1-A795-7DB36E0EF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Sub-task 3 </a:t>
            </a:r>
            <a:r>
              <a:rPr lang="en-US" dirty="0"/>
              <a:t>:</a:t>
            </a:r>
            <a:r>
              <a:rPr lang="en-US" sz="2000" dirty="0"/>
              <a:t>Convert all date columns into YYYY-MM-DD format using SQL functions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</a:t>
            </a:r>
            <a:r>
              <a:rPr lang="en-US" sz="2000" dirty="0"/>
              <a:t>all the dates are already in yyyy-mm-dd formate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Sub-task 4: </a:t>
            </a:r>
            <a:r>
              <a:rPr lang="en-US" sz="2000" dirty="0"/>
              <a:t>Ensure that no Actual_Delivery_Date is before Order_Date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	</a:t>
            </a:r>
            <a:r>
              <a:rPr lang="en-US" sz="2000" dirty="0"/>
              <a:t>select order_id, actual_delivery_date, order_date                                                             	                 from orders                                                                                                                                   	                 where order_date  &gt; actual_delivery_date;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</a:t>
            </a: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2000" b="1" dirty="0"/>
              <a:t>Insights :</a:t>
            </a:r>
            <a:r>
              <a:rPr lang="en-US" sz="2000" b="1" dirty="0"/>
              <a:t> this querry shows that no Actual_Delivery_Date is before Order_Date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04317A-E7A4-4179-AA53-128188E83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910" y="4572059"/>
            <a:ext cx="4915586" cy="72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314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5D883-A72F-40D4-9A8B-4E141CAE6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2: Delivery Delay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A32A7-1AAA-4769-AD90-37A4170D1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4359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Sub-task 1  : </a:t>
            </a:r>
            <a:r>
              <a:rPr lang="en-US" sz="2000" dirty="0"/>
              <a:t>Calculate delivery delay (in days) for each order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     </a:t>
            </a:r>
            <a:r>
              <a:rPr lang="en-US" sz="2000" dirty="0"/>
              <a:t>select order_id, expected_delivery_date, actual_delivery_date,      	    			datediff(Actual_Delivery_Date, Expected_Delivery_Date) as   Delay_in_days      			from orders;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 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000" dirty="0"/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IN" sz="2000" b="1" dirty="0"/>
              <a:t>Insights : </a:t>
            </a:r>
            <a:r>
              <a:rPr lang="en-IN" sz="2000" dirty="0"/>
              <a:t>Most delay range between 1-3 days, with few exceeding 5 days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/>
              <a:t>NOTE : </a:t>
            </a:r>
            <a:r>
              <a:rPr lang="en-IN" sz="2000" dirty="0"/>
              <a:t>Here the result table having only 5 column original my SQL script return 300 rows which can not be easy to paste here.</a:t>
            </a:r>
            <a:endParaRPr lang="en-IN" sz="2000" b="1" dirty="0"/>
          </a:p>
          <a:p>
            <a:pPr marL="0" indent="0">
              <a:lnSpc>
                <a:spcPct val="150000"/>
              </a:lnSpc>
              <a:buNone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BF3DFD-B810-4AF2-861C-D6FB4B31D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18" y="3530008"/>
            <a:ext cx="4848902" cy="123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2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D624D-680F-418D-8F80-DF4A2922F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652"/>
            <a:ext cx="10515600" cy="1254642"/>
          </a:xfrm>
        </p:spPr>
        <p:txBody>
          <a:bodyPr/>
          <a:lstStyle/>
          <a:p>
            <a:r>
              <a:rPr lang="en-US" dirty="0"/>
              <a:t>Task 2: Delivery Delay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2C696-9E44-4627-94D5-FA3CE89BA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293"/>
            <a:ext cx="10515600" cy="470967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Sub-task 2 : </a:t>
            </a:r>
            <a:r>
              <a:rPr lang="en-US" sz="2000" dirty="0"/>
              <a:t>Top 10 delayed routes based on average delay days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     select r.start_location, r.end_location, r.route_id,                                                      		             avg(datediff( o.actual_delivery_date, o.expected_delivery_date)) as avg_delay_days                           	              from orders o                                                                                                                                                                     	              join routes r on o.route_id=r.route_id                                                                                                                 	              WHERE o.Actual_Delivery_Date &gt; o.Expected_Delivery_Date                                                                              	            group by r.start_location, r.end_location, r.route_id                                                                                             	            order by avg_delay_days desc                                                                                                                                      	             limit 10;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IN" sz="2000" b="1" dirty="0"/>
              <a:t>Insights : </a:t>
            </a:r>
            <a:r>
              <a:rPr lang="en-IN" sz="2000" dirty="0"/>
              <a:t>Route_12 and Route_7 show the highest avg delays above 5 days.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NOTE : </a:t>
            </a:r>
            <a:r>
              <a:rPr lang="en-IN" sz="2000" dirty="0"/>
              <a:t>Here the result table having only 5 column original my SQL script return 10 rows.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00A653-0E5F-4928-B600-DFEB50264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473" y="3944679"/>
            <a:ext cx="4877481" cy="113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172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3E376-D2AF-4B45-A063-F265DC26E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2: Delivery Delay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5C13C-3E2C-49E0-B288-95657C19A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Sub-task 3: </a:t>
            </a:r>
            <a:r>
              <a:rPr lang="en-US" sz="2000" dirty="0"/>
              <a:t>Using window functions to rank all orders by delay within each warehouse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        select o.order_id, o.actual_delivery_date, o.expected_delivery_date,           	         		  datediff(o.actual_delivery_date, o.expected_delivery_date) as delivery_delay,                                         	                   rank() over (partition by o.warehouse_id order by                                                     	                datediff(o.actual_delivery_date, o.expected_delivery_date)desc) as delay_rank                                        		from orders o                                                                                                                                                                             		join warehouse w on o.warehouse_id = w.warehouse_id;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 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endParaRPr lang="en-IN" sz="20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/>
              <a:t>Insights : </a:t>
            </a:r>
            <a:r>
              <a:rPr lang="en-IN" sz="2000" dirty="0"/>
              <a:t>warehouse_3 has the most high-ranked delayed orders.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/>
              <a:t>NOTE : </a:t>
            </a:r>
            <a:r>
              <a:rPr lang="en-IN" sz="2000" dirty="0"/>
              <a:t>Here the result table having only 5 column original my SQL script return 300 rows.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88AA70-D2CC-4B19-8736-2DDD14D0F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937" y="4118699"/>
            <a:ext cx="4906060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073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85A77-1F4F-493C-9E5E-811AF4476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3: Route Optimization Insights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66D7A-79E8-413B-9FE3-C39A5C568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0597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Sub-task 1.1 : </a:t>
            </a:r>
            <a:r>
              <a:rPr lang="en-IN" sz="2000" dirty="0"/>
              <a:t>For each route, calculate </a:t>
            </a:r>
            <a:r>
              <a:rPr lang="en-US" sz="2000" dirty="0"/>
              <a:t>Average delivery time (in days).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       </a:t>
            </a:r>
            <a:r>
              <a:rPr lang="en-IN" sz="1800" dirty="0"/>
              <a:t>select o.route_id, r.start_location,r.end_location, 			  			ROUND(AVG(DATEDIFF(o.actual_delivery_date, o.order_date)), 0) as   	 			Avg_delivery_time_in_days                                                                                                                                                      		from orders o                                                                                                                                                                  		join routes r on o.route_id=r.route_id                                                                                                                    		group by  o.route_id, r.start_location, r.end_location                                                                                            		order by Avg_delivery_time_in_days desc;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b="1" dirty="0"/>
              <a:t>Result Table</a:t>
            </a:r>
            <a:r>
              <a:rPr lang="en-IN" sz="1800" dirty="0"/>
              <a:t>:  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1800" dirty="0"/>
          </a:p>
          <a:p>
            <a:pPr>
              <a:buFont typeface="Wingdings" panose="05000000000000000000" pitchFamily="2" charset="2"/>
              <a:buChar char="§"/>
            </a:pPr>
            <a:endParaRPr lang="en-IN" sz="1800" dirty="0"/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Insights : </a:t>
            </a:r>
            <a:r>
              <a:rPr lang="en-US" sz="1800" dirty="0"/>
              <a:t>Route_7 and Route_12 have the longest average delivery times above 6 days.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NOTE : </a:t>
            </a:r>
            <a:r>
              <a:rPr lang="en-IN" sz="1800" dirty="0"/>
              <a:t>Here the result table having only 5 column original my SQL script return 20 rows.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endParaRPr lang="en-IN" sz="1800" dirty="0"/>
          </a:p>
          <a:p>
            <a:pPr>
              <a:buFont typeface="Wingdings" panose="05000000000000000000" pitchFamily="2" charset="2"/>
              <a:buChar char="§"/>
            </a:pPr>
            <a:endParaRPr lang="en-IN" sz="1800" dirty="0"/>
          </a:p>
          <a:p>
            <a:pPr>
              <a:buFont typeface="Wingdings" panose="05000000000000000000" pitchFamily="2" charset="2"/>
              <a:buChar char="§"/>
            </a:pP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BBACA6-393D-4DBB-BFF2-02BAE9320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519" y="4197622"/>
            <a:ext cx="4601217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396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0412B-964C-439F-9BC4-3E5418F37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3: Route Optimization Insights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FEF0D-77F5-4151-8C16-CC92761B5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Sub-task 1.2 :</a:t>
            </a:r>
            <a:r>
              <a:rPr lang="en-IN" sz="2800" dirty="0"/>
              <a:t> </a:t>
            </a:r>
            <a:r>
              <a:rPr lang="en-IN" sz="2000" dirty="0"/>
              <a:t>For each route, calculate Average traffic delay.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      </a:t>
            </a:r>
            <a:r>
              <a:rPr lang="en-US" sz="2000" dirty="0"/>
              <a:t>select route_id, start_location, end_location,                                                      			avg(traffic_delay_min) as avg_traffic_delay                                                                                                             		from routes                                                                                                                                                              		group by route_id ,start_location, end_location;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 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Insights : </a:t>
            </a:r>
            <a:r>
              <a:rPr lang="en-US" sz="2000" dirty="0"/>
              <a:t>Route_5 and Route_9 experience the highest average traffic delays over 40 minutes.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NOTE : </a:t>
            </a:r>
            <a:r>
              <a:rPr lang="en-IN" sz="2000" dirty="0"/>
              <a:t>Here the result table having only 5 column original my SQL script return 20 rows.</a:t>
            </a:r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CD00F3-E8D1-4534-BDEF-475900977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185" y="3643891"/>
            <a:ext cx="4639322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041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BCA49-4945-437C-AF81-605C432C9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3: Route Optimization Insights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EEA2F-72D4-465D-A52C-1D948280B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Sub-task 1.3: </a:t>
            </a:r>
            <a:r>
              <a:rPr lang="en-US" sz="2000" dirty="0"/>
              <a:t>Distance-to-time efficiency ratio: Distance_KM / Average_Travel_Time_Min.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       </a:t>
            </a:r>
            <a:r>
              <a:rPr lang="en-US" sz="2000" dirty="0"/>
              <a:t>select route_id, start_location, end_location,                                                          			(sum(distance_km) / sum(average_travel_time_min)) as 					Distance_to_time_efficiency_ratio                 	from routes                                                                                                                                                               		group by route_id ,start_location, end_location;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 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endParaRPr lang="en-IN" sz="200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000" b="1" dirty="0"/>
              <a:t>Insights : </a:t>
            </a:r>
            <a:r>
              <a:rPr lang="en-US" sz="1800" dirty="0"/>
              <a:t>Route_14 has the worst distance-to-time efficiency ratio, indicating poor speed or congestion.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NOTE : </a:t>
            </a:r>
            <a:r>
              <a:rPr lang="en-IN" sz="1800" dirty="0"/>
              <a:t>Here the result table having only 5 column original my SQL script return 20 rows.</a:t>
            </a:r>
          </a:p>
          <a:p>
            <a:pPr marL="0" indent="0">
              <a:lnSpc>
                <a:spcPct val="150000"/>
              </a:lnSpc>
              <a:buNone/>
            </a:pP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0CD588-3031-436E-997E-FE87BD21D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754" y="3626527"/>
            <a:ext cx="4953691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223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9FAB8-C23C-43F0-A6B2-1A4ECDDCF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3: Route Optimization Insights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EDBB2-E783-476A-B87F-AE4373670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Sub-task 2: </a:t>
            </a:r>
            <a:r>
              <a:rPr lang="en-US" sz="2400" dirty="0"/>
              <a:t>Identify 3 routes with the worst efficiency ratio.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/>
              <a:t>SQL Query</a:t>
            </a:r>
            <a:r>
              <a:rPr lang="en-IN" sz="2400" dirty="0"/>
              <a:t>:      </a:t>
            </a:r>
            <a:r>
              <a:rPr lang="en-US" sz="2000" dirty="0"/>
              <a:t>select route_id, start_location, end_location,                               			                   (sum(distance_km) / sum(average_travel_time_min)) as 				                   Distance_to_time_efficiency_ratio                                                                                         		   from routes                                                                                                                                            		   group by route_id ,start_location, end_location                                                                        		   order by  Distance_to_time_efficiency_ratio                                                                            		   asc limit 3;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 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Insights : </a:t>
            </a:r>
            <a:r>
              <a:rPr lang="en-US" sz="2000" dirty="0"/>
              <a:t>Routes 14, 8, and 19 show the lowest efficiency and need urgent review.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6CFEC8-3B9E-470D-8747-26F1602A2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170" y="4396160"/>
            <a:ext cx="4896533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507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1AC65-D8C8-4BCE-B6FE-CAAEF2AEE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3: Route Optimization Insights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85A52-E102-4E40-A112-86574AAB4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Sub-task 3: </a:t>
            </a:r>
            <a:r>
              <a:rPr lang="en-US" sz="2400" dirty="0"/>
              <a:t>Find routes with &gt;20% delayed shipments</a:t>
            </a:r>
            <a:r>
              <a:rPr lang="en-US" dirty="0"/>
              <a:t>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/>
              <a:t>SQL Query</a:t>
            </a:r>
            <a:r>
              <a:rPr lang="en-IN" sz="2400" dirty="0"/>
              <a:t>: </a:t>
            </a:r>
            <a:r>
              <a:rPr lang="en-US" sz="1800" dirty="0"/>
              <a:t>select r.route_id, r.start_location, r.end_location, count(*) as total_orders,                    	sum(case when o.delivery_status='delayed' then 1 else 0 end) as delayed_orders,                     	round(sum(case when o.delivery_status='delayed' then 1 else 0 end)* 100.0 / COUNT(*), 2)  as                      	delayed_percentage                                                                                                                                                         	from orders o                                                                                                                                                                     	join routes r on o.route_id=r.route_id                                                                                                                  	group by r.route_id, r.start_location, r.end_location                                                                   	having round(sum(case when  o.delivery_status='delayed' then 1 else 0 end) * 100.0 / 	COUNT(*)) &gt; 	20   order by delayed_percentage asc;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b="1" dirty="0"/>
              <a:t>Result Table</a:t>
            </a:r>
            <a:r>
              <a:rPr lang="en-IN" sz="1800" dirty="0"/>
              <a:t>:   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Insights : </a:t>
            </a:r>
            <a:r>
              <a:rPr lang="en-US" sz="1800" dirty="0"/>
              <a:t>Routes 7 and 12 have over 30% delayed deliveries, signaling chronic issues.</a:t>
            </a:r>
          </a:p>
          <a:p>
            <a:pPr marL="0" indent="0">
              <a:buNone/>
            </a:pPr>
            <a:r>
              <a:rPr lang="en-IN" sz="1800" b="1" dirty="0"/>
              <a:t>NOTE : </a:t>
            </a:r>
            <a:r>
              <a:rPr lang="en-IN" sz="1800" dirty="0"/>
              <a:t>Here the result table having only 5 column original my SQL script return 20 rows.</a:t>
            </a:r>
          </a:p>
          <a:p>
            <a:pPr marL="0" indent="0">
              <a:buNone/>
            </a:pP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6F7D5A-AFB2-454A-B86C-0A0563023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488" y="4840945"/>
            <a:ext cx="5915851" cy="106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251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5365D-DF41-4DC2-AEDB-75CD3694D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3: Route Optimization Insights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81ED0-F984-4B6F-A303-9EE3CE4CC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66561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Sub-task 4 : </a:t>
            </a:r>
            <a:r>
              <a:rPr lang="en-US" sz="2400" dirty="0"/>
              <a:t>Recommend potential routes for optimization.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/>
              <a:t>SQL Query</a:t>
            </a:r>
            <a:r>
              <a:rPr lang="en-IN" sz="2400" dirty="0"/>
              <a:t>: </a:t>
            </a:r>
            <a:r>
              <a:rPr lang="en-IN" sz="1600" dirty="0"/>
              <a:t>SELECT    Route_ID,    ROUND(Avg_Delivery_Time, 2) AS Avg_Delivery_Time,    ROUND(Efficiency_Ratio, 2) AS Efficiency_Ratio,    ROUND(Delay_Percentage, 2) AS Delay_Percentage                                                                                             FROM (    SELECT  r.Route_ID,   AVG(DATEDIFF(o.Actual_Delivery_Date, o.Order_Date))  AS Avg_Delivery_Time,        (r.Distance_KM / r.Average_Travel_Time_Min) AS Efficiency_Ratio,    (SUM(CASE WHEN o.Delivery_Status = 'Delayed' THEN 1 ELSE 0 END) * 100.0) / COUNT(*) AS Delay_Percentage    FROM   orders o    JOIN     routes r ON o.Route_ID = r.Route_ID    WHERE         r.Average_Travel_Time_Min &gt; 0         GROUP BY    r.Route_ID, r.Distance_KM, r.Average_Travel_Time_Min) AS route_metrics  WHERE     Avg_Delivery_Time &gt; 5    OR Efficiency_Ratio &lt; 0.5    OR Delay_Percentage &gt; 20;</a:t>
            </a:r>
          </a:p>
          <a:p>
            <a:pPr marL="0" indent="0">
              <a:buNone/>
            </a:pPr>
            <a:endParaRPr lang="en-IN" sz="16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1600" b="1" dirty="0"/>
              <a:t>Result Table</a:t>
            </a:r>
            <a:r>
              <a:rPr lang="en-IN" sz="1600" dirty="0"/>
              <a:t>:   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Insights : </a:t>
            </a:r>
            <a:r>
              <a:rPr lang="en-US" sz="1800" dirty="0"/>
              <a:t>Routes with high delays and low efficiency are ideal for rerouting or schedule adjustments.</a:t>
            </a:r>
          </a:p>
          <a:p>
            <a:pPr marL="0" indent="0">
              <a:buNone/>
            </a:pPr>
            <a:r>
              <a:rPr lang="en-IN" sz="1800" b="1" dirty="0"/>
              <a:t>NOTE : </a:t>
            </a:r>
            <a:r>
              <a:rPr lang="en-IN" sz="1800" dirty="0"/>
              <a:t>Here the result table having only 5 column original my SQL script return 20 rows.</a:t>
            </a:r>
          </a:p>
          <a:p>
            <a:pPr marL="0" indent="0">
              <a:buNone/>
            </a:pP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6B58DF-F819-46E1-879F-5BD6F1395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027" y="4348528"/>
            <a:ext cx="3915321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179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5EA3C-8E5F-4383-A459-DB541180E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4: Warehouse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02205-BA29-44FF-AF63-B59EA3B50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Sub-task 1: </a:t>
            </a:r>
            <a:r>
              <a:rPr lang="en-US" sz="2000" dirty="0"/>
              <a:t>Find the top 3 warehouses with the highest average processing time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         </a:t>
            </a:r>
            <a:r>
              <a:rPr lang="en-US" sz="2000" dirty="0"/>
              <a:t>select warehouse_id, location,                                                                  				   avg(processing_time_min) as avg_processing_time                                                              		   from warehouse                                                                                                                             		   group by warehouse_id, location                                                                                            		    order by avg_processing_time desc    limit 3;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  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Insights : </a:t>
            </a:r>
            <a:r>
              <a:rPr lang="en-US" sz="1400" dirty="0"/>
              <a:t>Warehouse W010 has the highest average processing time, indicating a bottleneck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834747-A570-469D-B503-6FCA0802E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878" y="3861214"/>
            <a:ext cx="3439005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98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3C46-F84B-4FBE-ACC7-70B67A35D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4: Warehouse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B746A-9817-40D2-AC25-FD6F75AE4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57947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Sub-task 2: </a:t>
            </a:r>
            <a:r>
              <a:rPr lang="en-US" sz="2000" dirty="0"/>
              <a:t>Calculate total vs. delayed shipments for each warehouse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      select w.warehouse_id, w.location,                                                                                                     		count(*) as total_orders,                                                                                                                                     		sum(case when o.delivery_status = 'delayed' then 1 else 0 end) as delayed_orders                                  		from orders o                                                                                                                                                                                                              		join warehouse w on o.warehouse_id=w.warehouse_id                                                                                        		group by w.warehouse_id, w.location                                                                                                                  		order by delayed_orders desc;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  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Insights :</a:t>
            </a:r>
            <a:r>
              <a:rPr lang="en-US" sz="1400" dirty="0"/>
              <a:t> Warehouses W010 and W001 show higher delayed shipment counts than others.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NOTE : </a:t>
            </a:r>
            <a:r>
              <a:rPr lang="en-IN" sz="2000" dirty="0"/>
              <a:t>Here the result table having only 5 column original my SQL script return 10 rows.</a:t>
            </a:r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9B0A73-939E-4D42-89A1-A83284D60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866" y="4356948"/>
            <a:ext cx="3886742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84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8E45D-3207-4CBD-9127-5680F1258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4: Warehouse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50694-DB50-4716-BB3E-D4B37AA07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Sub-task 3: </a:t>
            </a:r>
            <a:r>
              <a:rPr lang="en-US" sz="2000" dirty="0"/>
              <a:t>Use CTEs to find bottleneck warehouses where processing time &gt; global average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      with globalavg as (select avg(processing_time_min) as avg_processing_time                    		from warehouse)                                                                                                                                                 		select warehouse_id, location, processing_time_min, avg_processing_time                                            		from warehouse w                                                                                                                                                  		join globalavg ga on w.processing_time_min &gt; ga.avg_processing_time                                                           		order by w.processing_time_min desc;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  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Insights : </a:t>
            </a:r>
            <a:r>
              <a:rPr lang="en-US" sz="1400" dirty="0"/>
              <a:t>CTE analysis flags W010 as a bottleneck with processing time above global average.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49572D-6750-4C9B-9991-EB7690457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607" y="4093009"/>
            <a:ext cx="4429743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354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0CFB7-59EE-40D8-92F6-015EEF1DB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4: Warehouse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4D1DF-7972-4BC5-AD7D-9FF4FE840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106803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Sub-task 4:  </a:t>
            </a:r>
            <a:r>
              <a:rPr lang="en-US" sz="2000" dirty="0"/>
              <a:t>Rank warehouses based on on-time delivery percentage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</a:t>
            </a:r>
            <a:r>
              <a:rPr lang="en-US" sz="1800" dirty="0"/>
              <a:t>select  o.warehouse_id, w.location,                                                                                                     		           round(sum(case when o.delivery_status = 'on time' then 1 else 0 end)*100/count(*),0 )                                               	 as on_time_delivery_percentage,                                                                                                                                      	 RANK() OVER (ORDER BY SUM(CASE WHEN o.delivery_status = 'on time' THEN 1 ELSE 0 END) * 100.0 	/ COUNT(*) DESC) AS ranking                                                                                                                                                       	from orders o                                                                                                                                                                                          	join warehouse w on o.warehouse_id=w.warehouse_id                                                                                                            	group by o.warehouse_id, w.locationorder by ranking;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Result Table</a:t>
            </a:r>
            <a:r>
              <a:rPr lang="en-IN" sz="1800" dirty="0"/>
              <a:t>:   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1800" b="1" dirty="0"/>
              <a:t>Insights </a:t>
            </a:r>
            <a:r>
              <a:rPr lang="en-IN" sz="1600" b="1" dirty="0"/>
              <a:t>: </a:t>
            </a:r>
            <a:r>
              <a:rPr lang="en-US" sz="1600" dirty="0"/>
              <a:t>W101 ranks highest in on-time delivery percentage, showing strong operational control.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600" b="1" dirty="0"/>
              <a:t>NOTE : </a:t>
            </a:r>
            <a:r>
              <a:rPr lang="en-IN" sz="1600" dirty="0"/>
              <a:t>Here the result table having only 5 column original my SQL script return 10 rows.</a:t>
            </a:r>
          </a:p>
          <a:p>
            <a:pPr marL="0" indent="0">
              <a:buNone/>
            </a:pPr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6BBB8B-A7A2-459B-8089-DEE05A1E4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993" y="4628632"/>
            <a:ext cx="4220164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498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F88DA-CF84-4466-BD27-23613EC0C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5: Delivery Agent Performance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FB76A-4E53-4743-9601-04587D383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Sub-task 1: </a:t>
            </a:r>
            <a:r>
              <a:rPr lang="en-US" sz="2000" dirty="0"/>
              <a:t>Rank agents (per route) by on-time delivery percentage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  select da.agent_id, da.route_id, r.start_location, r.end_location, 					da.on_time_percentage,                                                                                                                                          		RANK() OVER (ORDER BY da.on_time_percentage DESC) AS agent_rank                                                            		from deliveryagents da                                                                                                                                              		join routes r on da.route_id=r.route_id;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  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Insights </a:t>
            </a:r>
            <a:r>
              <a:rPr lang="en-IN" sz="1800" b="1" dirty="0"/>
              <a:t>: </a:t>
            </a:r>
            <a:r>
              <a:rPr lang="en-US" sz="1400" dirty="0"/>
              <a:t>Agent A014 ranks highest in on-time delivery percentage across assigned routes.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NOTE : </a:t>
            </a:r>
            <a:r>
              <a:rPr lang="en-IN" sz="2000" dirty="0"/>
              <a:t>Here the result table having only 5 column original my SQL script return 50 rows.</a:t>
            </a:r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EE07AE-E1B0-4B59-8A58-8F094A42E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503" y="3857218"/>
            <a:ext cx="5201376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289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50A7B-5E0B-469A-8B1F-AF6C89064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5: Delivery Agent Performance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4BEC0-1A68-4E2C-BCE6-15EC28FDC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Sub-task 2: </a:t>
            </a:r>
            <a:r>
              <a:rPr lang="en-US" sz="2000" dirty="0"/>
              <a:t>Find agents with on-time % &lt; 80%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       </a:t>
            </a:r>
            <a:r>
              <a:rPr lang="en-US" sz="2000" dirty="0"/>
              <a:t>select agent_id, on_time_percentage                                                                                       		from deliveryagents                                                                                                                                           		where on_time_percentage &lt; 80                                                                                                                                          		order by on_time_percentage desc;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  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Insights </a:t>
            </a:r>
            <a:r>
              <a:rPr lang="en-IN" sz="1800" b="1" dirty="0"/>
              <a:t>:  </a:t>
            </a:r>
            <a:r>
              <a:rPr lang="en-US" sz="1800" dirty="0"/>
              <a:t>Agents  have on-time delivery rates below 80%, needing review.</a:t>
            </a:r>
            <a:endParaRPr lang="en-IN" sz="18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1800" b="1" dirty="0"/>
              <a:t>NOTE : </a:t>
            </a:r>
            <a:r>
              <a:rPr lang="en-IN" sz="1800" dirty="0"/>
              <a:t>Here the result table having only 5 column original my SQL script return 50 rows.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1800" b="1" dirty="0"/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40230B-D1D4-40BE-96EE-BDDA54BD5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579" y="3578221"/>
            <a:ext cx="2063295" cy="96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098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3E7EB-92A9-4801-9917-AF43756C6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9517"/>
          </a:xfrm>
        </p:spPr>
        <p:txBody>
          <a:bodyPr/>
          <a:lstStyle/>
          <a:p>
            <a:r>
              <a:rPr lang="en-US" dirty="0"/>
              <a:t>Task 5: Delivery Agent Performance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20FF4-ED61-4E43-8E15-2A6EBC1E3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4642"/>
            <a:ext cx="10515600" cy="4922321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Sub-task 3: </a:t>
            </a:r>
            <a:r>
              <a:rPr lang="en-US" sz="2000" dirty="0"/>
              <a:t>Compare average speed of top 5 vs bottom 5 agents using subqueries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select 'top_5_agents' as category,                                                                           	avg(avg_speed_km_hr) as avg_speed                                                                                                                     	from (	select avg_speed_km_hr  from deliveryagents  order by on_time_percentage desc          	limit 5) as top_agents                                                                                                                                                         	union all select 'bottom_5_agents' as category,avg(avg_speed_km_hr) as avg_speedfrom (	select avg_speed_km_hr                                                                                                                                                         	from deliveryagents                                                                                                                                                                                  	order by on_time_percentage asc        limit 5) as bottom_agents;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  </a:t>
            </a:r>
          </a:p>
          <a:p>
            <a:pPr marL="0" indent="0">
              <a:buNone/>
            </a:pPr>
            <a:r>
              <a:rPr lang="en-IN" sz="2000" dirty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Insights </a:t>
            </a:r>
            <a:r>
              <a:rPr lang="en-IN" sz="1800" b="1" dirty="0"/>
              <a:t>: </a:t>
            </a:r>
            <a:r>
              <a:rPr lang="en-US" sz="1400" dirty="0"/>
              <a:t>Top 5 agents average 60 km/</a:t>
            </a:r>
            <a:r>
              <a:rPr lang="en-US" sz="1400" dirty="0" err="1"/>
              <a:t>hr</a:t>
            </a:r>
            <a:r>
              <a:rPr lang="en-US" sz="1400" dirty="0"/>
              <a:t> speed, outperforming bottom 5 who average 56 km/hr.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24E80D-8C4A-4E42-9907-4F51B6B2D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854" y="4065692"/>
            <a:ext cx="1933845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43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E6A75-735D-4928-920E-36D11A1C7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6: Shipment Tracking Analytics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465BA-CC5E-4DA4-9CBF-CFD763E4D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326" y="1836256"/>
            <a:ext cx="10515600" cy="502174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Sub-task 1: </a:t>
            </a:r>
            <a:r>
              <a:rPr lang="en-US" sz="2400" dirty="0"/>
              <a:t>For each order, list the last checkpoint and time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/>
              <a:t>SQL Query</a:t>
            </a:r>
            <a:r>
              <a:rPr lang="en-IN" sz="2400" dirty="0"/>
              <a:t>: </a:t>
            </a:r>
            <a:r>
              <a:rPr lang="en-US" sz="1800" dirty="0"/>
              <a:t>SELECT     Order_ID,    Checkpoint,   Checkpoint_Time</a:t>
            </a:r>
          </a:p>
          <a:p>
            <a:pPr marL="0" indent="0">
              <a:buNone/>
            </a:pPr>
            <a:r>
              <a:rPr lang="en-US" sz="1800" dirty="0"/>
              <a:t>                                   FROM ( SELECT    Order_ID,  Checkpoint,   Checkpoint_Time,</a:t>
            </a:r>
          </a:p>
          <a:p>
            <a:pPr marL="0" indent="0">
              <a:buNone/>
            </a:pPr>
            <a:r>
              <a:rPr lang="en-US" sz="1800" dirty="0"/>
              <a:t>                                     ROW_NUMBER() OVER (PARTITION BY Order_ID ORDER BY                        	    			Checkpoint_Time DESC) AS rn FROM Shipment_Tracking</a:t>
            </a:r>
          </a:p>
          <a:p>
            <a:pPr marL="0" indent="0">
              <a:buNone/>
            </a:pPr>
            <a:r>
              <a:rPr lang="en-US" sz="1800" dirty="0"/>
              <a:t>             		 ) AS ranked  WHERE rn = 1;</a:t>
            </a:r>
          </a:p>
          <a:p>
            <a:pPr marL="0" indent="0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/>
              <a:t>Result Table</a:t>
            </a:r>
            <a:r>
              <a:rPr lang="en-IN" sz="2400" dirty="0"/>
              <a:t>:   </a:t>
            </a:r>
          </a:p>
          <a:p>
            <a:pPr marL="0" indent="0">
              <a:buNone/>
            </a:pP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/>
              <a:t>Insights : </a:t>
            </a:r>
            <a:r>
              <a:rPr lang="en-US" sz="2000" dirty="0"/>
              <a:t>Most orders show final checkpoint as “In-Transit Hub” with timestamp delays.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NOTE : </a:t>
            </a:r>
            <a:r>
              <a:rPr lang="en-IN" sz="2000" dirty="0"/>
              <a:t>Here the result table having only 5 column original my SQL script return 300 rows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EF3708-5F1C-4D57-BFF9-698216A3F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647" y="4416239"/>
            <a:ext cx="2457793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507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B1DC3-8F0B-4038-8008-687D3D17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6: Shipment Tracking Analytics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8839E-612C-4F23-A655-86600DD59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800" dirty="0"/>
              <a:t>Sub-task 2:</a:t>
            </a:r>
            <a:r>
              <a:rPr lang="en-US" sz="2800" dirty="0"/>
              <a:t> </a:t>
            </a:r>
            <a:r>
              <a:rPr lang="en-US" sz="2000" dirty="0"/>
              <a:t>Find the most common delay reasons (excluding None)</a:t>
            </a:r>
            <a:r>
              <a:rPr lang="en-IN" sz="2000" dirty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    </a:t>
            </a:r>
            <a:r>
              <a:rPr lang="en-US" sz="2000" dirty="0"/>
              <a:t>select delay_reason,                                                                                                                       		count(*) as reason_count                                                                                                                             		from shipment_tracking                                                                                                              		where delay_reason &lt;&gt;'None’                                                                                                       		group by delay_reason      order by reason_count desc; 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2000" dirty="0"/>
          </a:p>
          <a:p>
            <a:r>
              <a:rPr lang="en-IN" sz="2000" b="1" dirty="0"/>
              <a:t>Result Table</a:t>
            </a:r>
            <a:r>
              <a:rPr lang="en-IN" sz="2000" dirty="0"/>
              <a:t>:   </a:t>
            </a:r>
          </a:p>
          <a:p>
            <a:endParaRPr lang="en-IN" sz="2000" dirty="0"/>
          </a:p>
          <a:p>
            <a:pPr>
              <a:lnSpc>
                <a:spcPct val="250000"/>
              </a:lnSpc>
            </a:pPr>
            <a:r>
              <a:rPr lang="en-IN" sz="2000" b="1" dirty="0"/>
              <a:t>Insights : </a:t>
            </a:r>
            <a:r>
              <a:rPr lang="en-US" sz="1800" dirty="0"/>
              <a:t>Sorting delays and traffic are the most frequent causes of shipment disruption.</a:t>
            </a: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457C25-AA77-47E8-BF4D-0C5C05560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694" y="4216083"/>
            <a:ext cx="1857634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6856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68D38-F51B-4BF9-A847-78CFB481D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6: Shipment Tracking Analytics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EDFDE-63F1-4E9A-8862-27A8DCB06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800" dirty="0"/>
              <a:t>Sub-task 3: </a:t>
            </a:r>
            <a:r>
              <a:rPr lang="en-US" sz="2000" dirty="0"/>
              <a:t>Identify orders with &gt;2 delayed checkpoints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       </a:t>
            </a:r>
            <a:r>
              <a:rPr lang="en-US" sz="2000" dirty="0"/>
              <a:t>select order_id                                                                                                                                         		from shipment_tracking                                                                                                                                                   		where delay_reason&lt;&gt; 'none’                                                                                                                                                  		group by order_id                                                                                                                                                  		having count(*)&gt;2;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  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Insights : </a:t>
            </a:r>
            <a:r>
              <a:rPr lang="en-US" sz="1400" dirty="0"/>
              <a:t>Orders with more than two delayed checkpoints indicate severe transit inefficiencies requiring urgent attention.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400" b="1" dirty="0"/>
              <a:t>NOTE : </a:t>
            </a:r>
            <a:r>
              <a:rPr lang="en-IN" sz="1400" dirty="0"/>
              <a:t>Here the result table having only 5 column original my SQL script return 151 rows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F5F5AE-48D5-43A7-A2F2-530BDA947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613" y="3825320"/>
            <a:ext cx="847843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23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0E6C1-9A3C-48AC-99F7-E62DD72EB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7: Advanced KPI Reporting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9482F-7A00-4819-A86C-5001A2FED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800" dirty="0"/>
              <a:t>Sub-task 1: </a:t>
            </a:r>
            <a:r>
              <a:rPr lang="en-US" sz="2000" dirty="0"/>
              <a:t>Average Delivery Delay per Region (Start_Location).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      select r.start_location,     round(avg(datediff(o.actual_delivery_date, 				o.expected_delivery_date)), 2) as avg_delivery_delay                                                                             		from orders o                                                                                                                                                                  		join routes r on  o.route_id=r.route_id                                                                                                                               		where o.delivery_status ='delayed’    group by r.start_location;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  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Insights : </a:t>
            </a:r>
            <a:r>
              <a:rPr lang="en-US" sz="1600" dirty="0"/>
              <a:t>Regions with higher average delivery delays often coincide with longer routes and traffic-heavy zones.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NOTE : </a:t>
            </a:r>
            <a:r>
              <a:rPr lang="en-IN" sz="2000" dirty="0"/>
              <a:t>Here the result table having only 5 column original my SQL script return 20 rows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F3C2A2-12E7-4912-997C-EE7B05A25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507" y="3830085"/>
            <a:ext cx="2486372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0730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31944-5ADE-45DF-86FA-8A2479B72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7: Advanced KPI Reporting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A26FC-2E04-42AC-BB95-B6865D5DC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800" dirty="0"/>
              <a:t>Sub-task 2: </a:t>
            </a:r>
            <a:r>
              <a:rPr lang="en-US" sz="2000" dirty="0"/>
              <a:t>task On-Time Delivery % = (Total On-Time Deliveries / Total Deliveries) * 100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SQL Query</a:t>
            </a:r>
            <a:r>
              <a:rPr lang="en-IN" sz="2000" dirty="0"/>
              <a:t>:     </a:t>
            </a:r>
            <a:r>
              <a:rPr lang="en-US" sz="2000" dirty="0"/>
              <a:t>select round((sum(case when delivery_status='on time' then 1 else 0 end) *        			100.00)/ count(*),2)               as on_time_delivery_percentagefrom orders;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Result Table</a:t>
            </a:r>
            <a:r>
              <a:rPr lang="en-IN" sz="2000" dirty="0"/>
              <a:t>:  </a:t>
            </a:r>
          </a:p>
          <a:p>
            <a:pPr marL="0" indent="0">
              <a:buNone/>
            </a:pPr>
            <a:r>
              <a:rPr lang="en-IN" sz="2000" dirty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Insights : </a:t>
            </a:r>
            <a:r>
              <a:rPr lang="en-US" sz="2000" dirty="0"/>
              <a:t>On-time delivery percentage highlights strong performance in certain warehouses and agents.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7683D6-7F17-49E1-BA2D-6A6C43B8C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592" y="3121177"/>
            <a:ext cx="1857634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3067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9C426-A30D-41DF-AD95-309C3A1B4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7: Advanced KPI Reporting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93B31-A119-49BE-ACBA-9CDE2CB84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5592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800" dirty="0"/>
              <a:t>Sub-task 3: </a:t>
            </a:r>
            <a:r>
              <a:rPr lang="en-IN" sz="2400" dirty="0"/>
              <a:t>Average Traffic Delay per Route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/>
              <a:t>SQL Query</a:t>
            </a:r>
            <a:r>
              <a:rPr lang="en-IN" sz="2400" dirty="0"/>
              <a:t>:   </a:t>
            </a:r>
            <a:r>
              <a:rPr lang="en-US" sz="2400" dirty="0"/>
              <a:t>select route_id, start_location, end_location,   					round(avg(traffic_delay_min),2) as avg_traffic_delay                                                      		from routes                                                                                                                           		group by route_id, start_location, end_location;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/>
              <a:t>Result Table</a:t>
            </a:r>
            <a:r>
              <a:rPr lang="en-IN" sz="2400" dirty="0"/>
              <a:t>:   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b="1" dirty="0"/>
              <a:t>Insights : </a:t>
            </a:r>
            <a:r>
              <a:rPr lang="en-US" sz="1800" dirty="0"/>
              <a:t>Routes with consistently high traffic delays require urgent rerouting or time-window adjustments.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NOTE : </a:t>
            </a:r>
            <a:r>
              <a:rPr lang="en-IN" sz="1800" dirty="0"/>
              <a:t>Here the result table having only 5 column original my SQL script return 20 rows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C10566-3C58-430F-989F-18D0B4839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527" y="3792318"/>
            <a:ext cx="4115374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06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</TotalTime>
  <Words>3318</Words>
  <Application>Microsoft Office PowerPoint</Application>
  <PresentationFormat>Widescreen</PresentationFormat>
  <Paragraphs>204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Wingdings</vt:lpstr>
      <vt:lpstr>Office Theme</vt:lpstr>
      <vt:lpstr>Logistics Optimization for Delivery Routes – Amazon</vt:lpstr>
      <vt:lpstr>Task 1 – Data Cleaning &amp; Preparation</vt:lpstr>
      <vt:lpstr>Task 1 – Data Cleaning &amp; Preparation</vt:lpstr>
      <vt:lpstr>Task 2: Delivery Delay Analysis</vt:lpstr>
      <vt:lpstr>Task 2: Delivery Delay Analysis</vt:lpstr>
      <vt:lpstr>Task 2: Delivery Delay Analysis</vt:lpstr>
      <vt:lpstr>Task 3: Route Optimization Insights </vt:lpstr>
      <vt:lpstr>Task 3: Route Optimization Insights </vt:lpstr>
      <vt:lpstr>Task 3: Route Optimization Insights </vt:lpstr>
      <vt:lpstr>Task 3: Route Optimization Insights </vt:lpstr>
      <vt:lpstr>Task 3: Route Optimization Insights </vt:lpstr>
      <vt:lpstr>Task 3: Route Optimization Insights </vt:lpstr>
      <vt:lpstr>Task 4: Warehouse Performance</vt:lpstr>
      <vt:lpstr>Task 4: Warehouse Performance</vt:lpstr>
      <vt:lpstr>Task 4: Warehouse Performance</vt:lpstr>
      <vt:lpstr>Task 4: Warehouse Performance</vt:lpstr>
      <vt:lpstr>Task 5: Delivery Agent Performance </vt:lpstr>
      <vt:lpstr>Task 5: Delivery Agent Performance </vt:lpstr>
      <vt:lpstr>Task 5: Delivery Agent Performance </vt:lpstr>
      <vt:lpstr>Task 6: Shipment Tracking Analytics</vt:lpstr>
      <vt:lpstr>Task 6: Shipment Tracking Analytics</vt:lpstr>
      <vt:lpstr>Task 6: Shipment Tracking Analytics</vt:lpstr>
      <vt:lpstr>Task 7: Advanced KPI Reporting</vt:lpstr>
      <vt:lpstr>Task 7: Advanced KPI Reporting</vt:lpstr>
      <vt:lpstr>Task 7: Advanced KPI Reporting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Logistics Optimization for Delivery Routes – Amazon</dc:title>
  <dc:creator>Ayush Mishra</dc:creator>
  <cp:lastModifiedBy>Ayush Mishra</cp:lastModifiedBy>
  <cp:revision>34</cp:revision>
  <dcterms:created xsi:type="dcterms:W3CDTF">2025-10-11T16:35:16Z</dcterms:created>
  <dcterms:modified xsi:type="dcterms:W3CDTF">2025-10-12T17:42:25Z</dcterms:modified>
</cp:coreProperties>
</file>